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704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98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87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787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270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436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83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6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3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847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6875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68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23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115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531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70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3C16DE9-0084-40BF-995D-7FC37DF3C123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37179E7-70D2-4E05-AC07-2F9B1957D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7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352EBD-352D-9CC8-2D33-2DBE6CCE3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178" y="918812"/>
            <a:ext cx="8373644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56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CA2454-6A12-3889-4E30-071F39B38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467" y="923575"/>
            <a:ext cx="8345065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62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4FBA9-55FD-5989-3966-7F60CD206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626" y="1028024"/>
            <a:ext cx="9124748" cy="480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79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BB9026-4766-955E-129D-FB0DE505D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757" y="656838"/>
            <a:ext cx="8316486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30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8C72B5-AAEB-306D-B7FB-B93374106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15" y="918812"/>
            <a:ext cx="8383170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66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BCF09E-BF47-DA77-48FD-5BA578B67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194" y="702876"/>
            <a:ext cx="7493611" cy="545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B25A5C-EA5F-82D4-816A-09BF95A96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66" y="933808"/>
            <a:ext cx="9431068" cy="499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40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CF1342-5AA4-F5B3-37D6-C421C768F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242" y="699434"/>
            <a:ext cx="7553515" cy="545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513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Mhmd Ch</dc:creator>
  <cp:lastModifiedBy>Mhmd Ch</cp:lastModifiedBy>
  <cp:revision>6</cp:revision>
  <dcterms:created xsi:type="dcterms:W3CDTF">2026-01-14T02:01:15Z</dcterms:created>
  <dcterms:modified xsi:type="dcterms:W3CDTF">2026-01-14T02:07:01Z</dcterms:modified>
</cp:coreProperties>
</file>